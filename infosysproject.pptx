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09" autoAdjust="0"/>
    <p:restoredTop sz="94660"/>
  </p:normalViewPr>
  <p:slideViewPr>
    <p:cSldViewPr snapToGrid="0">
      <p:cViewPr varScale="1">
        <p:scale>
          <a:sx n="57" d="100"/>
          <a:sy n="57" d="100"/>
        </p:scale>
        <p:origin x="200" y="-9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884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0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5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90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81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2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0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547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25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2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312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3243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00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9666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596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2897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2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254548-F1F9-481A-B642-9B3F1CE33360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1F98031-C89F-4361-8C4D-5ED1E88F86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6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6F6E36-0D37-34AB-4E47-C208DFE7CA43}"/>
              </a:ext>
            </a:extLst>
          </p:cNvPr>
          <p:cNvSpPr txBox="1"/>
          <p:nvPr/>
        </p:nvSpPr>
        <p:spPr>
          <a:xfrm flipH="1" flipV="1">
            <a:off x="3161974" y="696225"/>
            <a:ext cx="4016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D4EFDB-3EA6-D679-47D2-E8687717A6E6}"/>
              </a:ext>
            </a:extLst>
          </p:cNvPr>
          <p:cNvSpPr txBox="1"/>
          <p:nvPr/>
        </p:nvSpPr>
        <p:spPr>
          <a:xfrm flipH="1" flipV="1">
            <a:off x="3614057" y="470236"/>
            <a:ext cx="40168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173FC-64B1-1B92-52C5-A930AB305021}"/>
              </a:ext>
            </a:extLst>
          </p:cNvPr>
          <p:cNvSpPr txBox="1"/>
          <p:nvPr/>
        </p:nvSpPr>
        <p:spPr>
          <a:xfrm>
            <a:off x="2329543" y="244247"/>
            <a:ext cx="8763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SKILLFORGE AI DRIVEN ADAPTIVE LEARNING AND EXAM GENERATOR 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C59C29-A786-DB43-6D5E-08BA5CC617B7}"/>
              </a:ext>
            </a:extLst>
          </p:cNvPr>
          <p:cNvSpPr txBox="1"/>
          <p:nvPr/>
        </p:nvSpPr>
        <p:spPr>
          <a:xfrm>
            <a:off x="1828800" y="1822126"/>
            <a:ext cx="73478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lgerian" panose="04020705040A02060702" pitchFamily="82" charset="0"/>
              </a:rPr>
              <a:t>NAME : M.SHIVANI </a:t>
            </a:r>
          </a:p>
          <a:p>
            <a:endParaRPr lang="en-US" sz="2400" dirty="0">
              <a:latin typeface="Algerian" panose="04020705040A02060702" pitchFamily="82" charset="0"/>
            </a:endParaRPr>
          </a:p>
          <a:p>
            <a:endParaRPr lang="en-US" sz="2400" dirty="0">
              <a:latin typeface="Algerian" panose="04020705040A02060702" pitchFamily="82" charset="0"/>
            </a:endParaRPr>
          </a:p>
          <a:p>
            <a:r>
              <a:rPr lang="en-US" sz="2400" dirty="0">
                <a:latin typeface="Algerian" panose="04020705040A02060702" pitchFamily="82" charset="0"/>
              </a:rPr>
              <a:t>COLLEGE NAME: CMR INSTITUTE OF TECHNOLOGY</a:t>
            </a:r>
          </a:p>
          <a:p>
            <a:endParaRPr lang="en-US" sz="2400" dirty="0">
              <a:latin typeface="Algerian" panose="04020705040A02060702" pitchFamily="82" charset="0"/>
            </a:endParaRPr>
          </a:p>
          <a:p>
            <a:endParaRPr lang="en-US" sz="2400" dirty="0">
              <a:latin typeface="Algerian" panose="04020705040A02060702" pitchFamily="82" charset="0"/>
            </a:endParaRPr>
          </a:p>
          <a:p>
            <a:r>
              <a:rPr lang="en-US" sz="2400" dirty="0">
                <a:latin typeface="Algerian" panose="04020705040A02060702" pitchFamily="82" charset="0"/>
              </a:rPr>
              <a:t>DEPARTMENT : COMPUTER SCIENCE AND ENGINEERING(DATA SCIENCE)</a:t>
            </a:r>
          </a:p>
          <a:p>
            <a:endParaRPr lang="en-US" sz="2400" dirty="0">
              <a:latin typeface="Algerian" panose="04020705040A02060702" pitchFamily="82" charset="0"/>
            </a:endParaRPr>
          </a:p>
          <a:p>
            <a:endParaRPr lang="en-US" sz="2400" dirty="0">
              <a:latin typeface="Algerian" panose="04020705040A02060702" pitchFamily="82" charset="0"/>
            </a:endParaRPr>
          </a:p>
          <a:p>
            <a:r>
              <a:rPr lang="en-US" sz="2400" dirty="0">
                <a:latin typeface="Algerian" panose="04020705040A02060702" pitchFamily="82" charset="0"/>
              </a:rPr>
              <a:t>YEAR : 3</a:t>
            </a:r>
            <a:r>
              <a:rPr lang="en-US" sz="2400" baseline="30000" dirty="0">
                <a:latin typeface="Algerian" panose="04020705040A02060702" pitchFamily="82" charset="0"/>
              </a:rPr>
              <a:t>RD</a:t>
            </a:r>
            <a:r>
              <a:rPr lang="en-US" sz="2400" dirty="0">
                <a:latin typeface="Algerian" panose="04020705040A02060702" pitchFamily="82" charset="0"/>
              </a:rPr>
              <a:t> YEAR</a:t>
            </a:r>
            <a:endParaRPr lang="en-IN" sz="2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95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4B1F2A-EE6D-719F-9624-2B278055796A}"/>
              </a:ext>
            </a:extLst>
          </p:cNvPr>
          <p:cNvSpPr txBox="1"/>
          <p:nvPr/>
        </p:nvSpPr>
        <p:spPr>
          <a:xfrm>
            <a:off x="348344" y="304800"/>
            <a:ext cx="109292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DRAWBACKS OF EXISTING FEATURES :</a:t>
            </a:r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5AC66-C348-6CD7-3036-01161A2B335C}"/>
              </a:ext>
            </a:extLst>
          </p:cNvPr>
          <p:cNvSpPr txBox="1"/>
          <p:nvPr/>
        </p:nvSpPr>
        <p:spPr>
          <a:xfrm>
            <a:off x="348344" y="1175657"/>
            <a:ext cx="11495315" cy="420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Limited personalization accuracy</a:t>
            </a:r>
            <a:r>
              <a:rPr lang="en-US" sz="2000" dirty="0"/>
              <a:t> </a:t>
            </a:r>
            <a:r>
              <a:rPr lang="en-US" dirty="0"/>
              <a:t>– </a:t>
            </a:r>
            <a:r>
              <a:rPr lang="en-US" dirty="0">
                <a:latin typeface="Bahnschrift" panose="020B0502040204020203" pitchFamily="34" charset="0"/>
              </a:rPr>
              <a:t>The system mostly depends on test scores and basic analytics, which may not fully reflect a student’s real understanding or learning style.</a:t>
            </a:r>
          </a:p>
          <a:p>
            <a:endParaRPr lang="en-US" dirty="0"/>
          </a:p>
          <a:p>
            <a:r>
              <a:rPr lang="en-IN" b="1" dirty="0">
                <a:latin typeface="Arial Rounded MT Bold" panose="020F0704030504030204" pitchFamily="34" charset="0"/>
              </a:rPr>
              <a:t>2</a:t>
            </a:r>
            <a:r>
              <a:rPr lang="en-IN" sz="2000" dirty="0"/>
              <a:t>.</a:t>
            </a:r>
            <a:r>
              <a:rPr lang="en-US" sz="2000" b="1" dirty="0"/>
              <a:t> Inconsistent question quality</a:t>
            </a:r>
            <a:r>
              <a:rPr lang="en-US" sz="2000" dirty="0"/>
              <a:t> </a:t>
            </a:r>
            <a:r>
              <a:rPr lang="en-US" dirty="0"/>
              <a:t>– </a:t>
            </a:r>
            <a:r>
              <a:rPr lang="en-US" dirty="0">
                <a:latin typeface="Bahnschrift" panose="020B0502040204020203" pitchFamily="34" charset="0"/>
              </a:rPr>
              <a:t>Automatically generated questions can sometimes be repetitive, unclear, or not aligned with learning objectives.</a:t>
            </a:r>
          </a:p>
          <a:p>
            <a:endParaRPr lang="en-US" dirty="0"/>
          </a:p>
          <a:p>
            <a:r>
              <a:rPr lang="en-IN" b="1" dirty="0">
                <a:latin typeface="Arial Rounded MT Bold" panose="020F0704030504030204" pitchFamily="34" charset="0"/>
              </a:rPr>
              <a:t>3</a:t>
            </a:r>
            <a:r>
              <a:rPr lang="en-IN" dirty="0"/>
              <a:t>.</a:t>
            </a:r>
            <a:r>
              <a:rPr lang="en-US" b="1" dirty="0"/>
              <a:t> </a:t>
            </a:r>
            <a:r>
              <a:rPr lang="en-US" sz="2000" b="1" dirty="0"/>
              <a:t>High dependency on internet connectivity</a:t>
            </a:r>
            <a:r>
              <a:rPr lang="en-US" dirty="0"/>
              <a:t> </a:t>
            </a:r>
            <a:r>
              <a:rPr lang="en-US" dirty="0">
                <a:latin typeface="Bahnschrift" panose="020B0502040204020203" pitchFamily="34" charset="0"/>
              </a:rPr>
              <a:t>– Poor network conditions can interrupt learning sessions or online exams.</a:t>
            </a:r>
          </a:p>
          <a:p>
            <a:endParaRPr lang="en-US" dirty="0"/>
          </a:p>
          <a:p>
            <a:r>
              <a:rPr lang="en-US" b="1" dirty="0">
                <a:latin typeface="Arial Rounded MT Bold" panose="020F0704030504030204" pitchFamily="34" charset="0"/>
              </a:rPr>
              <a:t>4</a:t>
            </a:r>
            <a:r>
              <a:rPr lang="en-US" dirty="0"/>
              <a:t>.</a:t>
            </a:r>
            <a:r>
              <a:rPr lang="en-US" b="1" dirty="0"/>
              <a:t> </a:t>
            </a:r>
            <a:r>
              <a:rPr lang="en-US" sz="2000" b="1" dirty="0"/>
              <a:t>Scalability issues</a:t>
            </a:r>
            <a:r>
              <a:rPr lang="en-US" sz="2000" dirty="0"/>
              <a:t> </a:t>
            </a:r>
            <a:r>
              <a:rPr lang="en-US" dirty="0"/>
              <a:t>– </a:t>
            </a:r>
            <a:r>
              <a:rPr lang="en-US" dirty="0">
                <a:latin typeface="Bahnschrift" panose="020B0502040204020203" pitchFamily="34" charset="0"/>
              </a:rPr>
              <a:t>Performance may degrade when many users access the system simultaneously, especially during exams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latin typeface="Arial Rounded MT Bold" panose="020F0704030504030204" pitchFamily="34" charset="0"/>
              </a:rPr>
              <a:t>5</a:t>
            </a:r>
            <a:r>
              <a:rPr lang="en-US" dirty="0"/>
              <a:t>.</a:t>
            </a:r>
            <a:r>
              <a:rPr lang="en-US" b="1" dirty="0"/>
              <a:t> </a:t>
            </a:r>
            <a:r>
              <a:rPr lang="en-US" sz="2000" b="1" dirty="0"/>
              <a:t>Lack of real-time learning support</a:t>
            </a:r>
            <a:r>
              <a:rPr lang="en-US" sz="2000" dirty="0"/>
              <a:t> </a:t>
            </a:r>
            <a:r>
              <a:rPr lang="en-US" dirty="0"/>
              <a:t>– </a:t>
            </a:r>
            <a:r>
              <a:rPr lang="en-US" dirty="0">
                <a:latin typeface="Bahnschrift" panose="020B0502040204020203" pitchFamily="34" charset="0"/>
              </a:rPr>
              <a:t>Most platforms provide feedback only after assessments, not during the learning process.</a:t>
            </a:r>
          </a:p>
        </p:txBody>
      </p:sp>
    </p:spTree>
    <p:extLst>
      <p:ext uri="{BB962C8B-B14F-4D97-AF65-F5344CB8AC3E}">
        <p14:creationId xmlns:p14="http://schemas.microsoft.com/office/powerpoint/2010/main" val="214030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0F297-A9FF-D0B9-1CFB-3752C3762834}"/>
              </a:ext>
            </a:extLst>
          </p:cNvPr>
          <p:cNvSpPr txBox="1"/>
          <p:nvPr/>
        </p:nvSpPr>
        <p:spPr>
          <a:xfrm>
            <a:off x="391887" y="261258"/>
            <a:ext cx="8327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OVERCOMING DRAWBACKS:</a:t>
            </a:r>
            <a:endParaRPr lang="en-IN" sz="24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CDE1B-22B8-0C3D-E46B-EBF9164FA7EB}"/>
              </a:ext>
            </a:extLst>
          </p:cNvPr>
          <p:cNvSpPr txBox="1"/>
          <p:nvPr/>
        </p:nvSpPr>
        <p:spPr>
          <a:xfrm>
            <a:off x="489857" y="781300"/>
            <a:ext cx="1121228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>
                <a:latin typeface="Arial Rounded MT Bold" panose="020F0704030504030204" pitchFamily="34" charset="0"/>
              </a:rPr>
              <a:t>Improve Personalization: </a:t>
            </a:r>
          </a:p>
          <a:p>
            <a:pPr lvl="1"/>
            <a:r>
              <a:rPr lang="en-IN" dirty="0"/>
              <a:t>*T</a:t>
            </a:r>
            <a:r>
              <a:rPr lang="en-US" dirty="0"/>
              <a:t>rack more than just scores: time spent per question, number of retries, and topic-wise accuracy</a:t>
            </a:r>
          </a:p>
          <a:p>
            <a:pPr lvl="1"/>
            <a:r>
              <a:rPr lang="en-US" dirty="0"/>
              <a:t>*Recommend content based on both </a:t>
            </a:r>
            <a:r>
              <a:rPr lang="en-US" b="1" dirty="0"/>
              <a:t>performance &amp; behavior of student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38C25-EED2-76AC-6706-D60532BD3513}"/>
              </a:ext>
            </a:extLst>
          </p:cNvPr>
          <p:cNvSpPr txBox="1"/>
          <p:nvPr/>
        </p:nvSpPr>
        <p:spPr>
          <a:xfrm>
            <a:off x="587829" y="2180559"/>
            <a:ext cx="9720942" cy="1178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IN" sz="2000" dirty="0">
                <a:latin typeface="Arial Rounded MT Bold" panose="020F0704030504030204" pitchFamily="34" charset="0"/>
              </a:rPr>
              <a:t>Better Question Quality:</a:t>
            </a:r>
          </a:p>
          <a:p>
            <a:pPr>
              <a:lnSpc>
                <a:spcPct val="150000"/>
              </a:lnSpc>
            </a:pPr>
            <a:r>
              <a:rPr lang="en-IN" dirty="0"/>
              <a:t>      * </a:t>
            </a:r>
            <a:r>
              <a:rPr lang="en-US" dirty="0"/>
              <a:t>Use a </a:t>
            </a:r>
            <a:r>
              <a:rPr lang="en-US" b="1" dirty="0"/>
              <a:t>human-verified question bank</a:t>
            </a:r>
            <a:r>
              <a:rPr lang="en-US" dirty="0"/>
              <a:t> as a base.</a:t>
            </a:r>
          </a:p>
          <a:p>
            <a:pPr>
              <a:lnSpc>
                <a:spcPct val="150000"/>
              </a:lnSpc>
            </a:pPr>
            <a:r>
              <a:rPr lang="en-US" dirty="0"/>
              <a:t>      * Add a </a:t>
            </a:r>
            <a:r>
              <a:rPr lang="en-US" b="1" dirty="0"/>
              <a:t>duplicate detection system</a:t>
            </a:r>
            <a:r>
              <a:rPr lang="en-US" dirty="0"/>
              <a:t> using keyword similarity.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6152D0-AB23-6490-3FE8-F96649CC8BBB}"/>
              </a:ext>
            </a:extLst>
          </p:cNvPr>
          <p:cNvSpPr txBox="1"/>
          <p:nvPr/>
        </p:nvSpPr>
        <p:spPr>
          <a:xfrm>
            <a:off x="587829" y="3552933"/>
            <a:ext cx="77397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</a:t>
            </a:r>
            <a:r>
              <a:rPr lang="en-IN" dirty="0"/>
              <a:t>. </a:t>
            </a:r>
            <a:r>
              <a:rPr lang="en-IN" sz="2000" dirty="0">
                <a:latin typeface="Arial Rounded MT Bold" panose="020F0704030504030204" pitchFamily="34" charset="0"/>
              </a:rPr>
              <a:t>Handle Internet &amp; Device Issues</a:t>
            </a:r>
            <a:r>
              <a:rPr lang="en-IN" sz="2000" dirty="0"/>
              <a:t>:</a:t>
            </a:r>
          </a:p>
          <a:p>
            <a:r>
              <a:rPr lang="en-IN" dirty="0"/>
              <a:t>    * </a:t>
            </a:r>
            <a:r>
              <a:rPr lang="en-US" dirty="0"/>
              <a:t>Add </a:t>
            </a:r>
            <a:r>
              <a:rPr lang="en-US" b="1" dirty="0"/>
              <a:t>auto-save for answers</a:t>
            </a:r>
            <a:r>
              <a:rPr lang="en-US" dirty="0"/>
              <a:t> every few seconds.</a:t>
            </a:r>
          </a:p>
          <a:p>
            <a:r>
              <a:rPr lang="en-US" dirty="0"/>
              <a:t>    * Allow </a:t>
            </a:r>
            <a:r>
              <a:rPr lang="en-US" b="1" dirty="0"/>
              <a:t>resume exam feature</a:t>
            </a:r>
            <a:r>
              <a:rPr lang="en-US" dirty="0"/>
              <a:t> if the connection drops.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68D78-7583-25DC-1A36-6577444DE322}"/>
              </a:ext>
            </a:extLst>
          </p:cNvPr>
          <p:cNvSpPr txBox="1"/>
          <p:nvPr/>
        </p:nvSpPr>
        <p:spPr>
          <a:xfrm>
            <a:off x="587829" y="4597784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</a:t>
            </a:r>
            <a:r>
              <a:rPr lang="en-IN" b="1" dirty="0">
                <a:latin typeface="Arial Rounded MT Bold" panose="020F0704030504030204" pitchFamily="34" charset="0"/>
              </a:rPr>
              <a:t>. </a:t>
            </a:r>
            <a:r>
              <a:rPr lang="en-IN" sz="2000" dirty="0">
                <a:latin typeface="Arial Rounded MT Bold" panose="020F0704030504030204" pitchFamily="34" charset="0"/>
              </a:rPr>
              <a:t>Improve Scalability:</a:t>
            </a:r>
          </a:p>
          <a:p>
            <a:r>
              <a:rPr lang="en-IN" dirty="0"/>
              <a:t>    * </a:t>
            </a:r>
            <a:r>
              <a:rPr lang="en-US" dirty="0"/>
              <a:t>Use </a:t>
            </a:r>
            <a:r>
              <a:rPr lang="en-US" b="1" dirty="0"/>
              <a:t>separate services</a:t>
            </a:r>
            <a:r>
              <a:rPr lang="en-US" dirty="0"/>
              <a:t> for exam and learning modules.</a:t>
            </a:r>
          </a:p>
          <a:p>
            <a:r>
              <a:rPr lang="en-US" dirty="0"/>
              <a:t>    * Implement </a:t>
            </a:r>
            <a:r>
              <a:rPr lang="en-US" b="1" dirty="0"/>
              <a:t>caching for questions and results.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47B6B-3C29-4A62-6F5B-717D4DE0AA3C}"/>
              </a:ext>
            </a:extLst>
          </p:cNvPr>
          <p:cNvSpPr txBox="1"/>
          <p:nvPr/>
        </p:nvSpPr>
        <p:spPr>
          <a:xfrm flipH="1">
            <a:off x="587829" y="5642635"/>
            <a:ext cx="8393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</a:t>
            </a:r>
            <a:r>
              <a:rPr lang="en-IN" b="1" dirty="0"/>
              <a:t> </a:t>
            </a:r>
            <a:r>
              <a:rPr lang="en-IN" sz="2000" dirty="0">
                <a:latin typeface="Arial Rounded MT Bold" panose="020F0704030504030204" pitchFamily="34" charset="0"/>
              </a:rPr>
              <a:t>Add Real-Time Help:</a:t>
            </a:r>
          </a:p>
          <a:p>
            <a:r>
              <a:rPr lang="en-IN" dirty="0"/>
              <a:t>    * </a:t>
            </a:r>
            <a:r>
              <a:rPr lang="en-US" dirty="0"/>
              <a:t>Provide </a:t>
            </a:r>
            <a:r>
              <a:rPr lang="en-US" b="1" dirty="0"/>
              <a:t>hint system</a:t>
            </a:r>
            <a:r>
              <a:rPr lang="en-US" dirty="0"/>
              <a:t> for practice questions.</a:t>
            </a:r>
          </a:p>
          <a:p>
            <a:r>
              <a:rPr lang="en-US" dirty="0"/>
              <a:t>    * Show </a:t>
            </a:r>
            <a:r>
              <a:rPr lang="en-US" b="1" dirty="0"/>
              <a:t>step-by-step solutions after 2–3 wrong attempts.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63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442D20-8DED-E8FF-0664-7B9F4312DBC8}"/>
              </a:ext>
            </a:extLst>
          </p:cNvPr>
          <p:cNvSpPr txBox="1"/>
          <p:nvPr/>
        </p:nvSpPr>
        <p:spPr>
          <a:xfrm>
            <a:off x="566056" y="304800"/>
            <a:ext cx="83602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NEW FEATURES: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046E1F-43FB-115D-755B-2D48DAE683C8}"/>
              </a:ext>
            </a:extLst>
          </p:cNvPr>
          <p:cNvSpPr txBox="1"/>
          <p:nvPr/>
        </p:nvSpPr>
        <p:spPr>
          <a:xfrm>
            <a:off x="642257" y="1043464"/>
            <a:ext cx="10983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AI Study Planner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    </a:t>
            </a:r>
            <a:r>
              <a:rPr lang="en-US" dirty="0"/>
              <a:t>Automatically creates a </a:t>
            </a:r>
            <a:r>
              <a:rPr lang="en-US" b="1" dirty="0"/>
              <a:t>daily/weekly study schedule.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    </a:t>
            </a:r>
            <a:r>
              <a:rPr lang="en-US" dirty="0"/>
              <a:t>Adjusts plan based on upcoming exams and student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Sends reminders and progress alerts.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5113D-2E0B-B65B-E56F-BB8D1C6115E2}"/>
              </a:ext>
            </a:extLst>
          </p:cNvPr>
          <p:cNvSpPr txBox="1"/>
          <p:nvPr/>
        </p:nvSpPr>
        <p:spPr>
          <a:xfrm>
            <a:off x="642257" y="2663985"/>
            <a:ext cx="99604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Real-World Question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  </a:t>
            </a:r>
            <a:r>
              <a:rPr lang="en-US" dirty="0"/>
              <a:t>Generates </a:t>
            </a:r>
            <a:r>
              <a:rPr lang="en-US" b="1" dirty="0"/>
              <a:t>scenario-based and case-study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  </a:t>
            </a:r>
            <a:r>
              <a:rPr lang="en-US" dirty="0"/>
              <a:t>Based on real-world applications (industry, coding, business, healthcare)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68EBFD-5D01-EBFD-AD91-90685A4D2098}"/>
              </a:ext>
            </a:extLst>
          </p:cNvPr>
          <p:cNvSpPr txBox="1"/>
          <p:nvPr/>
        </p:nvSpPr>
        <p:spPr>
          <a:xfrm>
            <a:off x="816427" y="4007507"/>
            <a:ext cx="7979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. Teacher AI Assistant.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Suggests </a:t>
            </a:r>
            <a:r>
              <a:rPr lang="en-US" b="1" dirty="0"/>
              <a:t>which topics to revise in class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Predicts which students may fail and need support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Auto-generates quizzes for lectures</a:t>
            </a:r>
          </a:p>
        </p:txBody>
      </p:sp>
    </p:spTree>
    <p:extLst>
      <p:ext uri="{BB962C8B-B14F-4D97-AF65-F5344CB8AC3E}">
        <p14:creationId xmlns:p14="http://schemas.microsoft.com/office/powerpoint/2010/main" val="283785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nk watercolor with black text&#10;&#10;AI-generated content may be incorrect.">
            <a:extLst>
              <a:ext uri="{FF2B5EF4-FFF2-40B4-BE49-F238E27FC236}">
                <a16:creationId xmlns:a16="http://schemas.microsoft.com/office/drawing/2014/main" id="{9F81BE58-7F6D-4DDE-6927-D68BFE718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4281" y="-925553"/>
            <a:ext cx="12812486" cy="1043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0264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52</TotalTime>
  <Words>379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Algerian</vt:lpstr>
      <vt:lpstr>Arial</vt:lpstr>
      <vt:lpstr>Arial Black</vt:lpstr>
      <vt:lpstr>Arial Rounded MT Bold</vt:lpstr>
      <vt:lpstr>Bahnschrift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shivanimuddam08@gmail.com</dc:creator>
  <cp:lastModifiedBy>shivanimuddam08@gmail.com</cp:lastModifiedBy>
  <cp:revision>1</cp:revision>
  <dcterms:created xsi:type="dcterms:W3CDTF">2026-02-03T12:34:21Z</dcterms:created>
  <dcterms:modified xsi:type="dcterms:W3CDTF">2026-02-03T13:27:17Z</dcterms:modified>
</cp:coreProperties>
</file>