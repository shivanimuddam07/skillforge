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13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2B8583-F1B0-46F4-8620-1D524C59D096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0B73D7-BCB6-45B8-9259-E05C4F199B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95080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0B73D7-BCB6-45B8-9259-E05C4F199B78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56389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0B73D7-BCB6-45B8-9259-E05C4F199B78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06472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0B73D7-BCB6-45B8-9259-E05C4F199B78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85980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0B73D7-BCB6-45B8-9259-E05C4F199B78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55134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0B73D7-BCB6-45B8-9259-E05C4F199B78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05929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F8C6F-8133-48A0-B4B0-78AD6F959C92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911FB-CE7B-4B65-95D3-A1209BC257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89666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F8C6F-8133-48A0-B4B0-78AD6F959C92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911FB-CE7B-4B65-95D3-A1209BC257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9567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F8C6F-8133-48A0-B4B0-78AD6F959C92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911FB-CE7B-4B65-95D3-A1209BC257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751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F8C6F-8133-48A0-B4B0-78AD6F959C92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911FB-CE7B-4B65-95D3-A1209BC257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508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F8C6F-8133-48A0-B4B0-78AD6F959C92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911FB-CE7B-4B65-95D3-A1209BC257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86752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F8C6F-8133-48A0-B4B0-78AD6F959C92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911FB-CE7B-4B65-95D3-A1209BC257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86926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F8C6F-8133-48A0-B4B0-78AD6F959C92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911FB-CE7B-4B65-95D3-A1209BC257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42896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F8C6F-8133-48A0-B4B0-78AD6F959C92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911FB-CE7B-4B65-95D3-A1209BC257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0380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F8C6F-8133-48A0-B4B0-78AD6F959C92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911FB-CE7B-4B65-95D3-A1209BC257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2709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F8C6F-8133-48A0-B4B0-78AD6F959C92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911FB-CE7B-4B65-95D3-A1209BC257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78443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F8C6F-8133-48A0-B4B0-78AD6F959C92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911FB-CE7B-4B65-95D3-A1209BC2574D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345436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F8C6F-8133-48A0-B4B0-78AD6F959C92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911FB-CE7B-4B65-95D3-A1209BC257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15366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F8C6F-8133-48A0-B4B0-78AD6F959C92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911FB-CE7B-4B65-95D3-A1209BC2574D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015438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F8C6F-8133-48A0-B4B0-78AD6F959C92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911FB-CE7B-4B65-95D3-A1209BC257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18403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F8C6F-8133-48A0-B4B0-78AD6F959C92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911FB-CE7B-4B65-95D3-A1209BC257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471126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F8C6F-8133-48A0-B4B0-78AD6F959C92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911FB-CE7B-4B65-95D3-A1209BC257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97631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5F8C6F-8133-48A0-B4B0-78AD6F959C92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0D7911FB-CE7B-4B65-95D3-A1209BC257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8405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B39E40-626A-0C22-6941-2D7CAEC859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2038" y="1568754"/>
            <a:ext cx="9324219" cy="1646302"/>
          </a:xfrm>
        </p:spPr>
        <p:txBody>
          <a:bodyPr/>
          <a:lstStyle/>
          <a:p>
            <a:r>
              <a:rPr lang="en-US" dirty="0"/>
              <a:t>Skill Forge AI Driven Adaptive Learning and Exam Generator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146D62C-A07F-320A-B1C0-01DCAD7B4905}"/>
              </a:ext>
            </a:extLst>
          </p:cNvPr>
          <p:cNvSpPr txBox="1"/>
          <p:nvPr/>
        </p:nvSpPr>
        <p:spPr>
          <a:xfrm>
            <a:off x="6564086" y="3853543"/>
            <a:ext cx="44196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latin typeface="Bahnschrift" panose="020B0502040204020203" pitchFamily="34" charset="0"/>
              </a:rPr>
              <a:t>M.SHIVANI</a:t>
            </a:r>
          </a:p>
          <a:p>
            <a:r>
              <a:rPr lang="en-IN" sz="2800" dirty="0">
                <a:latin typeface="Bahnschrift" panose="020B0502040204020203" pitchFamily="34" charset="0"/>
              </a:rPr>
              <a:t>CSE(DATA SCIENCE)</a:t>
            </a:r>
          </a:p>
        </p:txBody>
      </p:sp>
    </p:spTree>
    <p:extLst>
      <p:ext uri="{BB962C8B-B14F-4D97-AF65-F5344CB8AC3E}">
        <p14:creationId xmlns:p14="http://schemas.microsoft.com/office/powerpoint/2010/main" val="22123440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766DB91-5852-2845-F2E8-EA02BDC89634}"/>
              </a:ext>
            </a:extLst>
          </p:cNvPr>
          <p:cNvSpPr txBox="1"/>
          <p:nvPr/>
        </p:nvSpPr>
        <p:spPr>
          <a:xfrm>
            <a:off x="261256" y="141905"/>
            <a:ext cx="62701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latin typeface="Bahnschrift" panose="020B0502040204020203" pitchFamily="34" charset="0"/>
              </a:rPr>
              <a:t>WHAT IS SKILLFORGE EXAM GENERATOR 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96FA90E-EA98-0D7A-8B15-F16FF168FACC}"/>
              </a:ext>
            </a:extLst>
          </p:cNvPr>
          <p:cNvSpPr txBox="1"/>
          <p:nvPr/>
        </p:nvSpPr>
        <p:spPr>
          <a:xfrm>
            <a:off x="195941" y="827314"/>
            <a:ext cx="107986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57FD5F6-2E0D-7590-395C-3FCBBDABDE35}"/>
              </a:ext>
            </a:extLst>
          </p:cNvPr>
          <p:cNvSpPr txBox="1"/>
          <p:nvPr/>
        </p:nvSpPr>
        <p:spPr>
          <a:xfrm>
            <a:off x="348341" y="979714"/>
            <a:ext cx="107986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FE718BE-90AE-2D1E-B1CE-057EE53F8148}"/>
              </a:ext>
            </a:extLst>
          </p:cNvPr>
          <p:cNvSpPr txBox="1"/>
          <p:nvPr/>
        </p:nvSpPr>
        <p:spPr>
          <a:xfrm>
            <a:off x="348341" y="729343"/>
            <a:ext cx="9252858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err="1"/>
              <a:t>SkillForge</a:t>
            </a:r>
            <a:r>
              <a:rPr lang="en-US" sz="2000" dirty="0"/>
              <a:t> is an </a:t>
            </a:r>
            <a:r>
              <a:rPr lang="en-US" sz="2000" b="1" dirty="0"/>
              <a:t>AI-driven adaptive learning and exam generation platform</a:t>
            </a:r>
            <a:r>
              <a:rPr lang="en-US" sz="2000" dirty="0"/>
              <a:t> designed to improve student learning outcomes.</a:t>
            </a:r>
          </a:p>
          <a:p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It </a:t>
            </a:r>
            <a:r>
              <a:rPr lang="en-US" sz="2000" b="1" dirty="0"/>
              <a:t>analyzes student performance</a:t>
            </a:r>
            <a:r>
              <a:rPr lang="en-US" sz="2000" dirty="0"/>
              <a:t> to identify strengths and weak areas.</a:t>
            </a:r>
          </a:p>
          <a:p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The system </a:t>
            </a:r>
            <a:r>
              <a:rPr lang="en-US" sz="2000" b="1" dirty="0"/>
              <a:t>recommends personalized study material and practice problems</a:t>
            </a:r>
            <a:r>
              <a:rPr lang="en-US" sz="2000" dirty="0"/>
              <a:t> based on the learner’s level.</a:t>
            </a:r>
          </a:p>
          <a:p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It </a:t>
            </a:r>
            <a:r>
              <a:rPr lang="en-US" sz="2000" b="1" dirty="0"/>
              <a:t>automatically generates quizzes and exams</a:t>
            </a:r>
            <a:r>
              <a:rPr lang="en-US" sz="2000" dirty="0"/>
              <a:t> with appropriate difficulty levels.</a:t>
            </a:r>
          </a:p>
          <a:p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Helps students </a:t>
            </a:r>
            <a:r>
              <a:rPr lang="en-US" sz="2000" b="1" dirty="0"/>
              <a:t>learn at their own pace</a:t>
            </a:r>
            <a:r>
              <a:rPr lang="en-US" sz="2000" dirty="0"/>
              <a:t> and track progress effectively.</a:t>
            </a:r>
          </a:p>
          <a:p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Reduces manual effort for instructors by </a:t>
            </a:r>
            <a:r>
              <a:rPr lang="en-US" sz="2000" b="1" dirty="0"/>
              <a:t>automating assessment and performance monitoring</a:t>
            </a:r>
            <a:r>
              <a:rPr lang="en-US" sz="2000" dirty="0"/>
              <a:t>.</a:t>
            </a:r>
          </a:p>
          <a:p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Overall, the system aims to make learning </a:t>
            </a:r>
            <a:r>
              <a:rPr lang="en-US" sz="2000" b="1" dirty="0"/>
              <a:t>more personalized, efficient, and effective</a:t>
            </a:r>
            <a:r>
              <a:rPr lang="en-US" sz="2000" dirty="0"/>
              <a:t>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7960570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D8B0D8C-1EAC-DE16-7E58-A7FC352016C4}"/>
              </a:ext>
            </a:extLst>
          </p:cNvPr>
          <p:cNvSpPr txBox="1"/>
          <p:nvPr/>
        </p:nvSpPr>
        <p:spPr>
          <a:xfrm>
            <a:off x="217715" y="185057"/>
            <a:ext cx="8458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latin typeface="Bahnschrift" panose="020B0502040204020203" pitchFamily="34" charset="0"/>
              </a:rPr>
              <a:t>Problem Statement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FC2619-9D6E-AF85-D21A-0860370401A8}"/>
              </a:ext>
            </a:extLst>
          </p:cNvPr>
          <p:cNvSpPr txBox="1"/>
          <p:nvPr/>
        </p:nvSpPr>
        <p:spPr>
          <a:xfrm>
            <a:off x="381002" y="765512"/>
            <a:ext cx="9252856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Traditional learning systems provide the </a:t>
            </a:r>
            <a:r>
              <a:rPr lang="en-US" sz="2000" b="1" dirty="0"/>
              <a:t>same study material and exams to all students</a:t>
            </a:r>
            <a:r>
              <a:rPr lang="en-US" sz="2000" dirty="0"/>
              <a:t>, ignoring individual learning speed and skill level.</a:t>
            </a:r>
          </a:p>
          <a:p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This approach results in </a:t>
            </a:r>
            <a:r>
              <a:rPr lang="en-US" sz="2000" b="1" dirty="0"/>
              <a:t>ineffective learning</a:t>
            </a:r>
            <a:r>
              <a:rPr lang="en-US" sz="2000" dirty="0"/>
              <a:t>, where some students struggle while others are not challenged enough.</a:t>
            </a:r>
          </a:p>
          <a:p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Manual exam preparation</a:t>
            </a:r>
            <a:r>
              <a:rPr lang="en-US" sz="2000" dirty="0"/>
              <a:t> requires significant time and effort from instructors.</a:t>
            </a:r>
          </a:p>
          <a:p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Existing systems often </a:t>
            </a:r>
            <a:r>
              <a:rPr lang="en-US" sz="2000" b="1" dirty="0"/>
              <a:t>lack continuous performance analysis and personalized feedback</a:t>
            </a:r>
            <a:r>
              <a:rPr lang="en-US" sz="2000" dirty="0"/>
              <a:t>.</a:t>
            </a:r>
          </a:p>
          <a:p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Students find it difficult to </a:t>
            </a:r>
            <a:r>
              <a:rPr lang="en-US" sz="2000" b="1" dirty="0"/>
              <a:t>identify weak areas and track progress effectively</a:t>
            </a:r>
            <a:r>
              <a:rPr lang="en-US" sz="2000" dirty="0"/>
              <a:t>.</a:t>
            </a:r>
          </a:p>
          <a:p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Therefore, there is a need for a system that </a:t>
            </a:r>
            <a:r>
              <a:rPr lang="en-US" sz="2000" b="1" dirty="0"/>
              <a:t>analyzes performance, provides personalized learning, adapts difficulty levels, and automatically generates assessments</a:t>
            </a:r>
            <a:r>
              <a:rPr lang="en-US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478135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4FD3079-4601-9CC0-C25A-8827B9ECB8E9}"/>
              </a:ext>
            </a:extLst>
          </p:cNvPr>
          <p:cNvSpPr txBox="1"/>
          <p:nvPr/>
        </p:nvSpPr>
        <p:spPr>
          <a:xfrm>
            <a:off x="380999" y="174172"/>
            <a:ext cx="82404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latin typeface="Bahnschrift" panose="020B0502040204020203" pitchFamily="34" charset="0"/>
              </a:rPr>
              <a:t>USE CASE DIAGRAM </a:t>
            </a:r>
          </a:p>
        </p:txBody>
      </p:sp>
      <p:pic>
        <p:nvPicPr>
          <p:cNvPr id="5" name="Picture 4" descr="A diagram of a learning process&#10;&#10;AI-generated content may be incorrect.">
            <a:extLst>
              <a:ext uri="{FF2B5EF4-FFF2-40B4-BE49-F238E27FC236}">
                <a16:creationId xmlns:a16="http://schemas.microsoft.com/office/drawing/2014/main" id="{49CC63CF-A23E-3E59-C41A-02F3A45A2C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998" y="533400"/>
            <a:ext cx="8809263" cy="5644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45411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2590954-C26C-BD94-97A6-3C254E37B7A5}"/>
              </a:ext>
            </a:extLst>
          </p:cNvPr>
          <p:cNvSpPr txBox="1"/>
          <p:nvPr/>
        </p:nvSpPr>
        <p:spPr>
          <a:xfrm>
            <a:off x="152399" y="195943"/>
            <a:ext cx="76417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latin typeface="Bahnschrift" panose="020B0502040204020203" pitchFamily="34" charset="0"/>
              </a:rPr>
              <a:t>WORKFLOW DIAGRAM</a:t>
            </a:r>
          </a:p>
        </p:txBody>
      </p:sp>
      <p:pic>
        <p:nvPicPr>
          <p:cNvPr id="4" name="Picture 3" descr="A diagram of a learning process&#10;&#10;AI-generated content may be incorrect.">
            <a:extLst>
              <a:ext uri="{FF2B5EF4-FFF2-40B4-BE49-F238E27FC236}">
                <a16:creationId xmlns:a16="http://schemas.microsoft.com/office/drawing/2014/main" id="{24C475CD-CA8D-3517-E27C-493D0D83AA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457" y="805543"/>
            <a:ext cx="8824508" cy="5516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72148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AFB9FDD-5B6E-3DEB-ABD2-D227BC29BC82}"/>
              </a:ext>
            </a:extLst>
          </p:cNvPr>
          <p:cNvSpPr txBox="1"/>
          <p:nvPr/>
        </p:nvSpPr>
        <p:spPr>
          <a:xfrm>
            <a:off x="435429" y="228600"/>
            <a:ext cx="7848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latin typeface="Bahnschrift" panose="020B0502040204020203" pitchFamily="34" charset="0"/>
              </a:rPr>
              <a:t>SYSTEM ARCHITECTURE </a:t>
            </a:r>
          </a:p>
        </p:txBody>
      </p:sp>
      <p:pic>
        <p:nvPicPr>
          <p:cNvPr id="4" name="Picture 3" descr="A diagram of a software development&#10;&#10;AI-generated content may be incorrect.">
            <a:extLst>
              <a:ext uri="{FF2B5EF4-FFF2-40B4-BE49-F238E27FC236}">
                <a16:creationId xmlns:a16="http://schemas.microsoft.com/office/drawing/2014/main" id="{478826ED-8455-A0EB-BD57-3F5BD4FC68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372" y="624951"/>
            <a:ext cx="8860972" cy="5752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24814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13A700E-48F5-F751-2BD1-0434531BCA8E}"/>
              </a:ext>
            </a:extLst>
          </p:cNvPr>
          <p:cNvSpPr txBox="1"/>
          <p:nvPr/>
        </p:nvSpPr>
        <p:spPr>
          <a:xfrm>
            <a:off x="261256" y="152792"/>
            <a:ext cx="66947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latin typeface="Bahnschrift" panose="020B0502040204020203" pitchFamily="34" charset="0"/>
              </a:rPr>
              <a:t>TECHNOLGY STACK</a:t>
            </a:r>
          </a:p>
        </p:txBody>
      </p:sp>
      <p:pic>
        <p:nvPicPr>
          <p:cNvPr id="7" name="Picture 6" descr="A diagram of a computer system&#10;&#10;AI-generated content may be incorrect.">
            <a:extLst>
              <a:ext uri="{FF2B5EF4-FFF2-40B4-BE49-F238E27FC236}">
                <a16:creationId xmlns:a16="http://schemas.microsoft.com/office/drawing/2014/main" id="{8D21FE61-DCE0-55A9-0D86-BB58B1E7DA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872" y="745086"/>
            <a:ext cx="8017328" cy="5208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93883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9D9D9896-ACC8-2239-ED5B-20CF99401A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429" y="350157"/>
            <a:ext cx="8541657" cy="5647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5361405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117</TotalTime>
  <Words>234</Words>
  <Application>Microsoft Office PowerPoint</Application>
  <PresentationFormat>Widescreen</PresentationFormat>
  <Paragraphs>38</Paragraphs>
  <Slides>8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Aptos</vt:lpstr>
      <vt:lpstr>Arial</vt:lpstr>
      <vt:lpstr>Bahnschrift</vt:lpstr>
      <vt:lpstr>Trebuchet MS</vt:lpstr>
      <vt:lpstr>Wingdings 3</vt:lpstr>
      <vt:lpstr>Facet</vt:lpstr>
      <vt:lpstr>Skill Forge AI Driven Adaptive Learning and Exam Generator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shivanimuddam08@gmail.com</dc:creator>
  <cp:lastModifiedBy>shivanimuddam08@gmail.com</cp:lastModifiedBy>
  <cp:revision>2</cp:revision>
  <dcterms:created xsi:type="dcterms:W3CDTF">2026-02-16T14:18:09Z</dcterms:created>
  <dcterms:modified xsi:type="dcterms:W3CDTF">2026-02-16T16:15:57Z</dcterms:modified>
</cp:coreProperties>
</file>